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3" r:id="rId10"/>
    <p:sldId id="271" r:id="rId11"/>
    <p:sldId id="272" r:id="rId12"/>
    <p:sldId id="273" r:id="rId13"/>
    <p:sldId id="266" r:id="rId14"/>
    <p:sldId id="274" r:id="rId15"/>
    <p:sldId id="275" r:id="rId16"/>
    <p:sldId id="269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1"/>
      <p:bold r:id="rId22"/>
      <p:italic r:id="rId23"/>
      <p:boldItalic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Gotham" panose="020B0604020202020204" charset="0"/>
      <p:regular r:id="rId29"/>
    </p:embeddedFont>
    <p:embeddedFont>
      <p:font typeface="Gotham Bold Italics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5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95D56A-7EF3-4E0B-A787-B17F0CA271D2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084CE-1DBB-4DFC-B48D-86AC78FCA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365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84CE-1DBB-4DFC-B48D-86AC78FCA1B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943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84CE-1DBB-4DFC-B48D-86AC78FCA1B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24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PORTAL MANAGEMENT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M.JAHNAVI SATYA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VTU25739 – 23UECS1078</a:t>
            </a: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HEMAMALINI, M.E., Ph.D. 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1692835" y="6943243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SDG-9-Industry</a:t>
            </a:r>
            <a:r>
              <a:rPr lang="en-US" sz="2000" b="1">
                <a:latin typeface="Cambria" panose="02040503050406030204" pitchFamily="18" charset="0"/>
                <a:ea typeface="Cambria" panose="02040503050406030204" pitchFamily="18" charset="0"/>
              </a:rPr>
              <a:t>,Innovation, and infrastructure.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499593" y="2600404"/>
            <a:ext cx="15082325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/>
              <a:t>In today’s digital era, job searching and recruitment have become more important.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/>
              <a:t>Many students face difficulty finding suitable job opportunities.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/>
              <a:t>Employers often struggle to manage applications manually.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/>
              <a:t>A centralized online platform is needed for both job seekers and employers.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/>
              <a:t>The </a:t>
            </a:r>
            <a:r>
              <a:rPr lang="en-US" sz="3500" b="1" dirty="0"/>
              <a:t>Job Portal Management System</a:t>
            </a:r>
            <a:r>
              <a:rPr lang="en-US" sz="3500" dirty="0"/>
              <a:t> connects students and employers in one system.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/>
              <a:t>Students can register, create profiles, upload resumes, and apply for jobs.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/>
              <a:t>Employers can post jobs, view applicants, and shortlist candidates.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/>
              <a:t>The project is developed using </a:t>
            </a:r>
            <a:r>
              <a:rPr lang="en-US" sz="3500" b="1" dirty="0"/>
              <a:t>Spring Boot, Spring Security, </a:t>
            </a:r>
            <a:r>
              <a:rPr lang="en-US" sz="3500" b="1" dirty="0" err="1"/>
              <a:t>Thymeleaf</a:t>
            </a:r>
            <a:r>
              <a:rPr lang="en-US" sz="3500" b="1" dirty="0"/>
              <a:t>, and MySQL</a:t>
            </a:r>
            <a:r>
              <a:rPr lang="en-US" sz="35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/>
              <a:t>It provides a secure, efficient, and user-friendly recruitment solution.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2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058270" y="2295437"/>
            <a:ext cx="150823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Traditional recruitment methods are slow and time-consuming.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Students need to search for jobs from multiple sources.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Employers face difficulty managing applications manually.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There is no centralized platform for job posting and hiring.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Tracking applications and candidate status becomes difficult.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Manual handling may lead to errors and delays.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Secure login and data protection are often missing.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Therefore, an automated and secure Job Portal system is required. </a:t>
            </a:r>
          </a:p>
        </p:txBody>
      </p:sp>
      <p:sp>
        <p:nvSpPr>
          <p:cNvPr id="32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33600" y="2400300"/>
            <a:ext cx="150823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To develop a web-based Job Portal Management System.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To provide secure user registration and login facilities.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To allow students to create profiles and upload resumes.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To enable users to search and apply for jobs online.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To help employers post and manage job vacancies.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To provide applicant tracking and status updates.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To implement role-based access for Student, Employer, and Admin.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To reduce manual recruitment work and improve efficiency. </a:t>
            </a:r>
          </a:p>
        </p:txBody>
      </p:sp>
      <p:sp>
        <p:nvSpPr>
          <p:cNvPr id="32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4263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2400300"/>
            <a:ext cx="1508232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Provides a centralized platform for job seekers and employers.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Allows students to register, login, and maintain profiles.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Enables resume upload and online job applications.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Supports job search with filters like category, location, and experience.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Allows employers to post, edit, and delete job vacancies.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Employers can view applicants and shortlist or reject candidates.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Admin can manage users, jobs, and applications.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Uses secure authentication with role-based access control.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Improves recruitment efficiency and reduces manual work. </a:t>
            </a:r>
          </a:p>
        </p:txBody>
      </p:sp>
      <p:sp>
        <p:nvSpPr>
          <p:cNvPr id="40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1714501"/>
            <a:ext cx="10744200" cy="701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466482C-12B8-DFEE-A260-C996821BF4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5b</a:t>
              </a: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8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1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4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0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320800" y="2054729"/>
            <a:ext cx="1525784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Presentation Layer (Frontend):</a:t>
            </a:r>
            <a:br>
              <a:rPr lang="en-US" altLang="en-US" sz="2800" dirty="0">
                <a:latin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</a:rPr>
              <a:t>HTML5, CSS3, Bootstrap, </a:t>
            </a:r>
            <a:r>
              <a:rPr lang="en-US" altLang="en-US" sz="2800" dirty="0" err="1">
                <a:latin typeface="Arial" panose="020B0604020202020204" pitchFamily="34" charset="0"/>
              </a:rPr>
              <a:t>Thymeleaf</a:t>
            </a:r>
            <a:r>
              <a:rPr lang="en-US" altLang="en-US" sz="2800" dirty="0">
                <a:latin typeface="Arial" panose="020B0604020202020204" pitchFamily="34" charset="0"/>
              </a:rPr>
              <a:t> for user interface.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Application Layer (Backend):</a:t>
            </a:r>
            <a:br>
              <a:rPr lang="en-US" altLang="en-US" sz="2800" dirty="0">
                <a:latin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</a:rPr>
              <a:t>Spring Boot and Spring MVC handle business logic and request processing.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Security Layer:</a:t>
            </a:r>
            <a:br>
              <a:rPr lang="en-US" altLang="en-US" sz="2800" dirty="0">
                <a:latin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</a:rPr>
              <a:t>Spring Security provides authentication and role-based authorization.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Database Layer:</a:t>
            </a:r>
            <a:br>
              <a:rPr lang="en-US" altLang="en-US" sz="2800" dirty="0">
                <a:latin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</a:rPr>
              <a:t>MySQL stores users, jobs, applications, and resume details.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Modules Included:</a:t>
            </a:r>
            <a:br>
              <a:rPr lang="en-US" altLang="en-US" sz="2800" dirty="0">
                <a:latin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</a:rPr>
              <a:t>Student Module, Employer Module, Admin Module.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Data Flow:</a:t>
            </a:r>
            <a:br>
              <a:rPr lang="en-US" altLang="en-US" sz="2800" dirty="0">
                <a:latin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</a:rPr>
              <a:t>User Request → Controller → Service Layer → Repository → Database → Response to UI.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File Storage:</a:t>
            </a:r>
            <a:br>
              <a:rPr lang="en-US" altLang="en-US" sz="2800" dirty="0">
                <a:latin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</a:rPr>
              <a:t>Resume files stored in local folder or database path. </a:t>
            </a:r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91050" y="1985963"/>
            <a:ext cx="9105900" cy="631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929CFB1-ED15-C5D8-63D0-B02D5440D8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23187" y="1173897"/>
            <a:ext cx="15082325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Frontend Technologies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HTML5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CSS3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Bootstrap 5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JavaScript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/>
              <a:t>Thymeleaf</a:t>
            </a:r>
            <a:r>
              <a:rPr lang="en-IN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Backend Technologies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Java 17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Spring Boot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Spring MVC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Spring Security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REST APIs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Database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MySQL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Tools &amp; IDE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IntelliJ IDEA / VS Code / Eclipse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Maven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Postman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Git &amp; GitHub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Server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Apache Tomcat (Embedded in Spring Boot)</a:t>
            </a:r>
          </a:p>
        </p:txBody>
      </p:sp>
      <p:sp>
        <p:nvSpPr>
          <p:cNvPr id="49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8a</a:t>
              </a: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7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0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3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6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8201397" y="465626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33600" y="2095500"/>
            <a:ext cx="1508232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Module 1: User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Handles student, employer, and admin registration/login.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Manages user profiles and account details.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Provides secure authentication.</a:t>
            </a:r>
          </a:p>
          <a:p>
            <a:r>
              <a:rPr lang="en-IN" sz="4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/>
              <a:t>Module 2: Job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Employers can post new jobs.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Edit or delete job vacancies.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Manage job details like skills, salary, and location</a:t>
            </a:r>
            <a:r>
              <a:rPr lang="en-US" sz="3200" dirty="0"/>
              <a:t>.</a:t>
            </a:r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8b</a:t>
              </a: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7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0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3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6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8201397" y="465626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9965C9-9D3F-5C4C-469A-BC3144C77958}"/>
              </a:ext>
            </a:extLst>
          </p:cNvPr>
          <p:cNvSpPr txBox="1"/>
          <p:nvPr/>
        </p:nvSpPr>
        <p:spPr>
          <a:xfrm>
            <a:off x="2620380" y="2522736"/>
            <a:ext cx="140408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Module 3: Application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Students can apply for jobs online.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Tracks application status.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Employers can review applicants.</a:t>
            </a:r>
          </a:p>
          <a:p>
            <a:r>
              <a:rPr lang="en-US" sz="3600" b="1" dirty="0"/>
              <a:t>Module 4: Resume Management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Students upload resumes in PDF/DOC format.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Stores resume files securely.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Employers can view resumes.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8c</a:t>
              </a: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7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0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3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6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8201397" y="465626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33600" y="22479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Module 4: Resume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Students upload resumes in PDF/DOC format.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Stores resume files securely.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Employers can view resumes.</a:t>
            </a:r>
          </a:p>
          <a:p>
            <a:r>
              <a:rPr lang="en-US" sz="4400" b="1" dirty="0"/>
              <a:t>Module 6: Notification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Sends job alerts and application updates.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Notifies shortlisted/rejected candidates.</a:t>
            </a:r>
          </a:p>
        </p:txBody>
      </p:sp>
      <p:sp>
        <p:nvSpPr>
          <p:cNvPr id="35" name="Freeform 45">
            <a:extLst>
              <a:ext uri="{FF2B5EF4-FFF2-40B4-BE49-F238E27FC236}">
                <a16:creationId xmlns:a16="http://schemas.microsoft.com/office/drawing/2014/main" id="{25583CD3-FA12-1B53-043B-9FE4E18BA021}"/>
              </a:ext>
            </a:extLst>
          </p:cNvPr>
          <p:cNvSpPr/>
          <p:nvPr/>
        </p:nvSpPr>
        <p:spPr>
          <a:xfrm>
            <a:off x="16786360" y="-353712"/>
            <a:ext cx="10994424" cy="1099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w="619125" cap="sq">
            <a:solidFill>
              <a:srgbClr val="FD6220">
                <a:alpha val="11765"/>
              </a:srgbClr>
            </a:solidFill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7"/>
          <p:cNvGrpSpPr/>
          <p:nvPr/>
        </p:nvGrpSpPr>
        <p:grpSpPr>
          <a:xfrm>
            <a:off x="762000" y="7353300"/>
            <a:ext cx="992463" cy="992463"/>
            <a:chOff x="0" y="0"/>
            <a:chExt cx="812800" cy="812800"/>
          </a:xfrm>
        </p:grpSpPr>
        <p:sp>
          <p:nvSpPr>
            <p:cNvPr id="39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0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9a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043D583-5EED-0639-6B36-8A4D0D2F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968" y="1518030"/>
            <a:ext cx="7802064" cy="814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4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6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9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0439400" y="84391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7"/>
          <p:cNvGrpSpPr/>
          <p:nvPr/>
        </p:nvGrpSpPr>
        <p:grpSpPr>
          <a:xfrm>
            <a:off x="762000" y="7353300"/>
            <a:ext cx="992463" cy="992463"/>
            <a:chOff x="0" y="0"/>
            <a:chExt cx="812800" cy="812800"/>
          </a:xfrm>
        </p:grpSpPr>
        <p:sp>
          <p:nvSpPr>
            <p:cNvPr id="39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0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9b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57D9ECCC-E979-7A2B-0EA4-315EADD21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059" y="1310767"/>
            <a:ext cx="15405003" cy="832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4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6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9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7"/>
          <p:cNvGrpSpPr/>
          <p:nvPr/>
        </p:nvGrpSpPr>
        <p:grpSpPr>
          <a:xfrm>
            <a:off x="762000" y="7353300"/>
            <a:ext cx="992463" cy="992463"/>
            <a:chOff x="0" y="0"/>
            <a:chExt cx="812800" cy="812800"/>
          </a:xfrm>
        </p:grpSpPr>
        <p:sp>
          <p:nvSpPr>
            <p:cNvPr id="39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0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9c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1A4FB290-641A-78F8-CCC0-025D3C3DF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426" y="1815860"/>
            <a:ext cx="7525800" cy="768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90600" y="6743700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16476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9" name="Group 7"/>
          <p:cNvGrpSpPr/>
          <p:nvPr/>
        </p:nvGrpSpPr>
        <p:grpSpPr>
          <a:xfrm>
            <a:off x="762000" y="7429500"/>
            <a:ext cx="992463" cy="992463"/>
            <a:chOff x="0" y="0"/>
            <a:chExt cx="812800" cy="812800"/>
          </a:xfrm>
        </p:grpSpPr>
        <p:sp>
          <p:nvSpPr>
            <p:cNvPr id="40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1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9d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002A1EE-4485-AE6D-5860-9A859E7E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669" y="1337886"/>
            <a:ext cx="14693741" cy="864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62000" y="8115300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10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90600" y="7429500"/>
            <a:ext cx="508158" cy="543805"/>
            <a:chOff x="0" y="0"/>
            <a:chExt cx="812800" cy="869819"/>
          </a:xfrm>
        </p:grpSpPr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GB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2133600" y="2171700"/>
            <a:ext cx="12039600" cy="7555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Advantages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Provides a centralized platform for job seekers and employers.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Reduces manual recruitment work and saves time.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Secure login with role-based access control.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Easy job search with filters and online application system.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Resume upload and application tracking features.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Faster communication between employers and candidates.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User-friendly and scalable system.</a:t>
            </a:r>
          </a:p>
          <a:p>
            <a:r>
              <a:rPr lang="en-US" sz="3200" b="1" dirty="0"/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Requires internet connection to access the portal.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Initial version may have basic UI design.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No AI-based job recommendation in current system.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Email/SMS notification features may be limited.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Depends on regular database maintenance and updates.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1017</Words>
  <Application>Microsoft Office PowerPoint</Application>
  <PresentationFormat>Custom</PresentationFormat>
  <Paragraphs>307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Gotham Bold Italics</vt:lpstr>
      <vt:lpstr>Cambria</vt:lpstr>
      <vt:lpstr>Arial</vt:lpstr>
      <vt:lpstr>Gotham</vt:lpstr>
      <vt:lpstr>Times New Roman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JAHNAVI SATYA</dc:creator>
  <cp:lastModifiedBy>mommineedijahnavisatya@gmail.com</cp:lastModifiedBy>
  <cp:revision>18</cp:revision>
  <dcterms:created xsi:type="dcterms:W3CDTF">2006-08-16T00:00:00Z</dcterms:created>
  <dcterms:modified xsi:type="dcterms:W3CDTF">2026-05-05T17:52:58Z</dcterms:modified>
  <dc:identifier>DAHCaYqJ9OU</dc:identifier>
</cp:coreProperties>
</file>